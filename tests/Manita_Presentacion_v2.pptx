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</a:rPr>
              <a:t>🤝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Manita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El marketplace de servicios a domicilio para la Ciudad de México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E4DC"/>
                </a:solidFill>
              </a:rPr>
              <a:t>Web + App instalable · Agosto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Contratar un servicio a domicilio en CDMX es incierto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Recomendaciones sueltas por WhatsApp o redes, sin garantía.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No sabes si el precio es justo ni si la persona es confiable.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Sin respaldo si algo sale mal.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D26"/>
                </a:solidFill>
              </a:rPr>
              <a:t>LA OPORTUNIDAD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32B"/>
                </a:solidFill>
              </a:rPr>
              <a:t>Un solo lugar para encontrar, comparar y reservar profesionales verificados, con precio claro y respaldo.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solidFill>
            <a:srgbClr val="FFF0E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5D6B"/>
                </a:solidFill>
              </a:rPr>
              <a:t>📌 Tamaño y demanda de mercado en CDMX: por validar con investigación de campo. No usamos cifras infladas.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Manita: confianza en cada reserva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BF7F4"/>
          </a:solidFill>
          <a:ln w="12700">
            <a:solidFill>
              <a:srgbClr val="ECE7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🔎 Encuentra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D6B"/>
                </a:solidFill>
              </a:rPr>
              <a:t>Profesionales por categoría, zona y precio.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BF7F4"/>
          </a:solidFill>
          <a:ln w="12700">
            <a:solidFill>
              <a:srgbClr val="ECE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📅 Reserva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D6B"/>
                </a:solidFill>
              </a:rPr>
              <a:t>Fecha, hora y dirección. Precio calculado en el servidor.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BF7F4"/>
          </a:solidFill>
          <a:ln w="12700">
            <a:solidFill>
              <a:srgbClr val="ECE7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🛡️ Con respaldo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D6B"/>
                </a:solidFill>
              </a:rPr>
              <a:t>Reseñas reales y (próximamente) pago protegido.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32B"/>
                </a:solidFill>
              </a:rPr>
              <a:t>Disponible como web y como app instalable (Android e iPhone), sin tiendas de por medio.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WEB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Versión web (navegador)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01-inicio-web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347472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Landing: hero y garantía</a:t>
            </a:r>
            <a:endParaRPr lang="en-US" sz="1300" dirty="0"/>
          </a:p>
        </p:txBody>
      </p:sp>
      <p:pic>
        <p:nvPicPr>
          <p:cNvPr id="7" name="Image 1" descr="C:\Users\rpinedar\kiro chats\desktop-organizer\manita\tests\capturas\05-servicios-deskt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2011680"/>
            <a:ext cx="347472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Servicios: filtros y orden</a:t>
            </a:r>
            <a:endParaRPr lang="en-US" sz="1300" dirty="0"/>
          </a:p>
        </p:txBody>
      </p:sp>
      <p:pic>
        <p:nvPicPr>
          <p:cNvPr id="9" name="Image 2" descr="C:\Users\rpinedar\kiro chats\desktop-organizer\manita\tests\capturas\12-legal-deskt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2011680"/>
            <a:ext cx="3474720" cy="2468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Términos y privacidad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WEB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Recorrido por la web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18-inicio-web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347472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Portada / hero</a:t>
            </a:r>
            <a:endParaRPr lang="en-US" sz="1100" dirty="0"/>
          </a:p>
        </p:txBody>
      </p:sp>
      <p:pic>
        <p:nvPicPr>
          <p:cNvPr id="7" name="Image 1" descr="C:\Users\rpinedar\kiro chats\desktop-organizer\manita\tests\capturas\13-categorias-we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737360"/>
            <a:ext cx="347472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Categorías</a:t>
            </a:r>
            <a:endParaRPr lang="en-US" sz="1100" dirty="0"/>
          </a:p>
        </p:txBody>
      </p:sp>
      <p:pic>
        <p:nvPicPr>
          <p:cNvPr id="9" name="Image 2" descr="C:\Users\rpinedar\kiro chats\desktop-organizer\manita\tests\capturas\14-como-funciona-we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737360"/>
            <a:ext cx="3474720" cy="2103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Cómo funciona</a:t>
            </a:r>
            <a:endParaRPr lang="en-US" sz="1100" dirty="0"/>
          </a:p>
        </p:txBody>
      </p:sp>
      <p:pic>
        <p:nvPicPr>
          <p:cNvPr id="11" name="Image 3" descr="C:\Users\rpinedar\kiro chats\desktop-organizer\manita\tests\capturas\15-ser-profesional-web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160520"/>
            <a:ext cx="3474720" cy="21031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6217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Únete como profesional</a:t>
            </a:r>
            <a:endParaRPr lang="en-US" sz="1100" dirty="0"/>
          </a:p>
        </p:txBody>
      </p:sp>
      <p:pic>
        <p:nvPicPr>
          <p:cNvPr id="13" name="Image 4" descr="C:\Users\rpinedar\kiro chats\desktop-organizer\manita\tests\capturas\16-perfil-web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3400" y="4160520"/>
            <a:ext cx="3474720" cy="21031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3400" y="6217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Perfil del profesional</a:t>
            </a:r>
            <a:endParaRPr lang="en-US" sz="1100" dirty="0"/>
          </a:p>
        </p:txBody>
      </p:sp>
      <p:pic>
        <p:nvPicPr>
          <p:cNvPr id="15" name="Image 5" descr="C:\Users\rpinedar\kiro chats\desktop-organizer\manita\tests\capturas\17-login-web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4160520"/>
            <a:ext cx="3474720" cy="21031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217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Acceso / registro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LA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Versión app (instalada)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02-inicio-app-i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737360"/>
            <a:ext cx="182880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Home + barra de 5 tabs</a:t>
            </a:r>
            <a:endParaRPr lang="en-US" sz="1100" dirty="0"/>
          </a:p>
        </p:txBody>
      </p:sp>
      <p:pic>
        <p:nvPicPr>
          <p:cNvPr id="7" name="Image 1" descr="C:\Users\rpinedar\kiro chats\desktop-organizer\manita\tests\capturas\04-servicios-i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737360"/>
            <a:ext cx="182880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Listado móvil</a:t>
            </a:r>
            <a:endParaRPr lang="en-US" sz="1100" dirty="0"/>
          </a:p>
        </p:txBody>
      </p:sp>
      <p:pic>
        <p:nvPicPr>
          <p:cNvPr id="9" name="Image 2" descr="C:\Users\rpinedar\kiro chats\desktop-organizer\manita\tests\capturas\06-perfil-pro-ipho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69680" y="1737360"/>
            <a:ext cx="1828800" cy="2103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Perfil y reserva</a:t>
            </a:r>
            <a:endParaRPr lang="en-US" sz="1100" dirty="0"/>
          </a:p>
        </p:txBody>
      </p:sp>
      <p:pic>
        <p:nvPicPr>
          <p:cNvPr id="11" name="Image 3" descr="C:\Users\rpinedar\kiro chats\desktop-organizer\manita\tests\capturas\11-onboarding-ipho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63040" y="4206240"/>
            <a:ext cx="1828800" cy="21031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6309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Onboarding</a:t>
            </a:r>
            <a:endParaRPr lang="en-US" sz="1100" dirty="0"/>
          </a:p>
        </p:txBody>
      </p:sp>
      <p:pic>
        <p:nvPicPr>
          <p:cNvPr id="13" name="Image 4" descr="C:\Users\rpinedar\kiro chats\desktop-organizer\manita\tests\capturas\10-descarga-modal-iphon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66360" y="4206240"/>
            <a:ext cx="1828800" cy="21031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3400" y="6309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Instalación (QR)</a:t>
            </a:r>
            <a:endParaRPr lang="en-US" sz="1100" dirty="0"/>
          </a:p>
        </p:txBody>
      </p:sp>
      <p:pic>
        <p:nvPicPr>
          <p:cNvPr id="15" name="Image 5" descr="C:\Users\rpinedar\kiro chats\desktop-organizer\manita\tests\capturas\03-categorias-iphon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69680" y="4206240"/>
            <a:ext cx="1828800" cy="21031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309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D6B"/>
                </a:solidFill>
              </a:rPr>
              <a:t>Categorías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CÓMO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Dos flujos que encajan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Cliente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1. Busca y filtra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2. Reserva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3. Recibe servicio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2377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900684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4. Confirma y reseña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Profesional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1. Crea perfil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2. Define horario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3. Confirma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96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BF7F4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4251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4. Completa y cobra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ESTADO DEL PRODUCTO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Lo que YA funciona (verificado)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Cuentas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Registro/login reales + consentimiento.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29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Buscar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Filtros por categoría, precio y zona + orden.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029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Reservar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Precio server-side. Ciclo verificado 8/8.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Profesional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Panel con estados y disponibilidad.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Actividad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Notificaciones in-app del ciclo.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BF7F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310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PWA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Instalable Android/iPhone, onboarding, offline.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solidFill>
            <a:srgbClr val="E6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6B4F"/>
                </a:solidFill>
              </a:rPr>
              <a:t>Calidad: 70/70 smoke · 47/47 navegador · 0 violaciones de accesibilidad · 20 usuarios simulados sin fallos.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RECORRIDO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Mejoras aplicadas hasta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Backend seguro: precio, estados y rating en el servidor (no manipulables).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Rediseño "modo app" tipo nativo + PWA/APK instalable.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Accesibilidad AA, SEO, rendimiento y estados vacíos con marca.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Ciclo transaccional completo (reservar → gestionar → reseñar → rating real).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Filtros de precio/zona, orden, centro de Actividad, disponibilidad del pro.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Base legal completa (T&amp;C, privacidad ARCO, reembolsos) y plan de pagos.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32B"/>
                </a:solidFill>
              </a:rPr>
              <a:t>Congruencia web ↔ app revisada y corregida.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SEGURIDAD Y LEGAL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Construido para ser confiable y legal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Manita es intermediario, no presta el servicio ni es empleador (T&amp;C).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Aviso de Privacidad conforme LFPDPPP con derechos ARCO.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Pagos con split (Mercado Pago/Stripe): el dinero no se retiene en Manita → evita el problema de la Ley Fintech.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Copy honesto, sin datos falsos (cumple PROFECO).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solidFill>
            <a:srgbClr val="FF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D26"/>
                </a:solidFill>
              </a:rPr>
              <a:t>⚠️ Requiere revisión de un abogado fintech mexicano antes de cobrar dinero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MODELO DE PAGO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Dinero protegido de punta a punta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Cliente paga → se autoriza (aparta)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Pro realiza el servicio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636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Cliente confirma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23774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068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Se cobra: comisión a Manita, resto al pro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32B"/>
                </a:solidFill>
              </a:rPr>
              <a:t>El reparto lo hace la pasarela automáticamente (split). Comisión transparente antes de reservar.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MERCADO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Competencia y posicionamiento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Referente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Qué hace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Manita se diferencia en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Webel (España)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Servicios a domicilio, app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Enfoque 100% CDMX, identidad propia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TaskRabbit (EEUU)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Tareas y handyman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Español mexicano, categorías locales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Recomendación informal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WhatsApp / redes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32B"/>
                          </a:solidFill>
                        </a:rPr>
                        <a:t>Verificación, reseñas y respaldo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D6B"/>
                </a:solidFill>
              </a:rPr>
              <a:t>📌 Tamaño de mercado, precios y demanda: por validar con investigación de campo antes de invertir.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Social media y lanzamiento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Canales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Instagram y TikTok (antes/después), Facebook grupos de colonia, WhatsApp.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Contenido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Tips del hogar, historias de profesionales, "cómo instalar la app", testimonios reales.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Fase 1 — Semilla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Reclutar 20-30 profesionales reales por colonia (Roma, Condesa, Del Valle).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75"/>
                </a:solidFill>
              </a:rPr>
              <a:t>Fase 2 — Demanda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D6B"/>
                </a:solidFill>
              </a:rPr>
              <a:t>Campañas locales geolocalizadas + referidos (invita y gana).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D26"/>
                </a:solidFill>
              </a:rPr>
              <a:t>Estrategia gratuita primero (orgánico + boca a boca). Pauta pagada solo cuando haya oferta suficiente.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COSTOS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Qué es gratis hoy y qué cuesta a futuro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2004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7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Hosting (Netlify) + Backend (Supabase)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C6B4F"/>
                          </a:solidFill>
                        </a:rPr>
                        <a:t>Gratis (plan free)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Ahora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PWA / APK (instalable)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C6B4F"/>
                          </a:solidFill>
                        </a:rPr>
                        <a:t>Gratis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Ahora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Pasarela de pago (Mercado Pago)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~3-4% + IVA por venta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Al cobrar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Correo propio (SMTP)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C6B4F"/>
                          </a:solidFill>
                        </a:rPr>
                        <a:t>Plan free (Resend/Brevo)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Al escalar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Google Play (opcional)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$25 USD único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Si se publica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App Store (opcional)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$99 USD/año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Si se publica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Revisión legal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Variable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32B"/>
                          </a:solidFill>
                        </a:rPr>
                        <a:t>Antes de cobrar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6B4F"/>
                </a:solidFill>
              </a:rPr>
              <a:t>Hoy no se gasta nada. Los costos aparecen solo cuando hay ventas o se decide publicar en tiendas.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Hacia el lanzamiento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Esta semana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Config Supabase pendiente + reclutar primeros profesionales reales.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Este 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Definir modelo económico, contenido social, primeras reservas reales.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3 meses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Integrar pagos con split, revisión legal, verificación de profesionales.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401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6 meses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32B"/>
                </a:solidFill>
              </a:rPr>
              <a:t>Escalar colonias, notificaciones push/email, evaluar tiendas.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3D26"/>
                </a:solidFill>
              </a:rPr>
              <a:t>PENDIENTES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Lo que falta para lanzar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Negocio: definir comisión y las 10 decisiones del modelo económico.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Legal: revisión con abogado + datos fiscales/razón social.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Pagos: integrar Mercado Pago con split (Edge Functions).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Correo: SMTP propio para reactivar confirmación.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Oferta: reclutar profesionales reales por colonia.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Mercado: validar demanda y precios con investigación de campo.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Manita · manita-cdmx.netlify.app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6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</a:rPr>
              <a:t>🤝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Manita está listo para probarse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F0"/>
                </a:solidFill>
              </a:rPr>
              <a:t>MVP funcional, instalable y con base legal. El siguiente paso: primeros profesionales y clientes reales en CDMX.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4D9"/>
                </a:solidFill>
              </a:rPr>
              <a:t>manita-cdmx.netlify.app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Manita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Manita — Servicios a domicilio CDMX</dc:title>
  <dc:subject>Presentación ejecutiva</dc:subject>
  <dc:creator>Manita</dc:creator>
  <cp:lastModifiedBy>Manita</cp:lastModifiedBy>
  <cp:revision>1</cp:revision>
  <dcterms:created xsi:type="dcterms:W3CDTF">2026-08-21T03:52:24Z</dcterms:created>
  <dcterms:modified xsi:type="dcterms:W3CDTF">2026-08-21T03:52:24Z</dcterms:modified>
</cp:coreProperties>
</file>