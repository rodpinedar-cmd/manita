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hero-famil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544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11887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FFFFFF"/>
                </a:solidFill>
              </a:rPr>
              <a:t>🤝</a:t>
            </a:r>
            <a:endParaRPr lang="en-US" sz="7000" dirty="0"/>
          </a:p>
        </p:txBody>
      </p:sp>
      <p:sp>
        <p:nvSpPr>
          <p:cNvPr id="5" name="Text 2"/>
          <p:cNvSpPr/>
          <p:nvPr/>
        </p:nvSpPr>
        <p:spPr>
          <a:xfrm>
            <a:off x="0" y="2377440"/>
            <a:ext cx="121916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Manita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914400" y="374904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Cualquier servicio para tu hogar, en manos de confianza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4449928" y="475488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8" name="Text 5"/>
          <p:cNvSpPr/>
          <p:nvPr/>
        </p:nvSpPr>
        <p:spPr>
          <a:xfrm>
            <a:off x="4449928" y="47548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LANZAMIENTO · CDMX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ciudad-cdmx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544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103120"/>
            <a:ext cx="1036289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En una ciudad de millones,</a:t>
            </a:r>
            <a:endParaRPr lang="en-US" sz="3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encontrar ayuda de confianza</a:t>
            </a:r>
            <a:endParaRPr lang="en-US" sz="3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no debería ser tan difícil.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371600" y="475488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E4DC"/>
                </a:solidFill>
              </a:rPr>
              <a:t>Manita conecta a los vecinos de CDMX con profesionales verificados.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3D26"/>
                </a:solidFill>
              </a:rPr>
              <a:t>TODO EN UN SOLO LUGAR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E75"/>
                </a:solidFill>
              </a:rPr>
              <a:t>Casi cualquier servicio, a domicilio</a:t>
            </a:r>
            <a:endParaRPr lang="en-US" sz="2800" dirty="0"/>
          </a:p>
        </p:txBody>
      </p:sp>
      <p:pic>
        <p:nvPicPr>
          <p:cNvPr id="5" name="Image 0" descr="C:\Users\rpinedar\kiro chats\desktop-organizer\manita\tests\capturas\fotos\limpiez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2651760" cy="114300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529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Limpieza</a:t>
            </a:r>
            <a:endParaRPr lang="en-US" sz="1200" dirty="0"/>
          </a:p>
        </p:txBody>
      </p:sp>
      <p:pic>
        <p:nvPicPr>
          <p:cNvPr id="7" name="Image 1" descr="C:\Users\rpinedar\kiro chats\desktop-organizer\manita\tests\capturas\fotos\plomeri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64992" y="1691640"/>
            <a:ext cx="2651760" cy="1143000"/>
          </a:xfrm>
          <a:prstGeom prst="ellipse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64992" y="28529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Plomería</a:t>
            </a:r>
            <a:endParaRPr lang="en-US" sz="1200" dirty="0"/>
          </a:p>
        </p:txBody>
      </p:sp>
      <p:pic>
        <p:nvPicPr>
          <p:cNvPr id="9" name="Image 2" descr="C:\Users\rpinedar\kiro chats\desktop-organizer\manita\tests\capturas\fotos\electricis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81344" y="1691640"/>
            <a:ext cx="2651760" cy="1143000"/>
          </a:xfrm>
          <a:prstGeom prst="ellipse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81344" y="28529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Electricidad</a:t>
            </a:r>
            <a:endParaRPr lang="en-US" sz="1200" dirty="0"/>
          </a:p>
        </p:txBody>
      </p:sp>
      <p:pic>
        <p:nvPicPr>
          <p:cNvPr id="11" name="Image 3" descr="C:\Users\rpinedar\kiro chats\desktop-organizer\manita\tests\capturas\fotos\handyma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7696" y="1691640"/>
            <a:ext cx="2651760" cy="1143000"/>
          </a:xfrm>
          <a:prstGeom prst="ellipse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997696" y="28529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Manitas / Hogar</a:t>
            </a:r>
            <a:endParaRPr lang="en-US" sz="1200" dirty="0"/>
          </a:p>
        </p:txBody>
      </p:sp>
      <p:pic>
        <p:nvPicPr>
          <p:cNvPr id="13" name="Image 4" descr="C:\Users\rpinedar\kiro chats\desktop-organizer\manita\tests\capturas\fotos\pian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3291840"/>
            <a:ext cx="2651760" cy="1143000"/>
          </a:xfrm>
          <a:prstGeom prst="ellipse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48640" y="4453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Clases de piano</a:t>
            </a:r>
            <a:endParaRPr lang="en-US" sz="1200" dirty="0"/>
          </a:p>
        </p:txBody>
      </p:sp>
      <p:pic>
        <p:nvPicPr>
          <p:cNvPr id="15" name="Image 5" descr="C:\Users\rpinedar\kiro chats\desktop-organizer\manita\tests\capturas\fotos\rollers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364992" y="3291840"/>
            <a:ext cx="2651760" cy="1143000"/>
          </a:xfrm>
          <a:prstGeom prst="ellipse">
            <a:avLst/>
          </a:prstGeom>
        </p:spPr>
      </p:pic>
      <p:sp>
        <p:nvSpPr>
          <p:cNvPr id="16" name="Text 8"/>
          <p:cNvSpPr/>
          <p:nvPr/>
        </p:nvSpPr>
        <p:spPr>
          <a:xfrm>
            <a:off x="3364992" y="4453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Patinaje / Rollers</a:t>
            </a:r>
            <a:endParaRPr lang="en-US" sz="1200" dirty="0"/>
          </a:p>
        </p:txBody>
      </p:sp>
      <p:pic>
        <p:nvPicPr>
          <p:cNvPr id="17" name="Image 6" descr="C:\Users\rpinedar\kiro chats\desktop-organizer\manita\tests\capturas\fotos\guitarra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181344" y="3291840"/>
            <a:ext cx="2651760" cy="1143000"/>
          </a:xfrm>
          <a:prstGeom prst="ellipse">
            <a:avLst/>
          </a:prstGeom>
        </p:spPr>
      </p:pic>
      <p:sp>
        <p:nvSpPr>
          <p:cNvPr id="18" name="Text 9"/>
          <p:cNvSpPr/>
          <p:nvPr/>
        </p:nvSpPr>
        <p:spPr>
          <a:xfrm>
            <a:off x="6181344" y="4453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Clases de guitarra</a:t>
            </a:r>
            <a:endParaRPr lang="en-US" sz="1200" dirty="0"/>
          </a:p>
        </p:txBody>
      </p:sp>
      <p:pic>
        <p:nvPicPr>
          <p:cNvPr id="19" name="Image 7" descr="C:\Users\rpinedar\kiro chats\desktop-organizer\manita\tests\capturas\fotos\belleza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997696" y="3291840"/>
            <a:ext cx="2651760" cy="1143000"/>
          </a:xfrm>
          <a:prstGeom prst="ellipse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8997696" y="4453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Belleza</a:t>
            </a:r>
            <a:endParaRPr lang="en-US" sz="1200" dirty="0"/>
          </a:p>
        </p:txBody>
      </p:sp>
      <p:pic>
        <p:nvPicPr>
          <p:cNvPr id="21" name="Image 8" descr="C:\Users\rpinedar\kiro chats\desktop-organizer\manita\tests\capturas\fotos\mascotas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48640" y="4892040"/>
            <a:ext cx="2651760" cy="1143000"/>
          </a:xfrm>
          <a:prstGeom prst="ellipse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548640" y="6053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Paseo de mascotas</a:t>
            </a:r>
            <a:endParaRPr lang="en-US" sz="1200" dirty="0"/>
          </a:p>
        </p:txBody>
      </p:sp>
      <p:pic>
        <p:nvPicPr>
          <p:cNvPr id="23" name="Image 9" descr="C:\Users\rpinedar\kiro chats\desktop-organizer\manita\tests\capturas\fotos\ninos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364992" y="4892040"/>
            <a:ext cx="2651760" cy="1143000"/>
          </a:xfrm>
          <a:prstGeom prst="ellipse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3364992" y="6053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Cuidado de niños</a:t>
            </a:r>
            <a:endParaRPr lang="en-US" sz="1200" dirty="0"/>
          </a:p>
        </p:txBody>
      </p:sp>
      <p:pic>
        <p:nvPicPr>
          <p:cNvPr id="25" name="Image 10" descr="C:\Users\rpinedar\kiro chats\desktop-organizer\manita\tests\capturas\fotos\fisioterapia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181344" y="4892040"/>
            <a:ext cx="2651760" cy="1143000"/>
          </a:xfrm>
          <a:prstGeom prst="ellipse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6181344" y="6053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Fisioterapia</a:t>
            </a:r>
            <a:endParaRPr lang="en-US" sz="1200" dirty="0"/>
          </a:p>
        </p:txBody>
      </p:sp>
      <p:pic>
        <p:nvPicPr>
          <p:cNvPr id="27" name="Image 11" descr="C:\Users\rpinedar\kiro chats\desktop-organizer\manita\tests\capturas\fotos\jardineria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997696" y="4892040"/>
            <a:ext cx="2651760" cy="1143000"/>
          </a:xfrm>
          <a:prstGeom prst="ellipse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8997696" y="6053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E75"/>
                </a:solidFill>
              </a:rPr>
              <a:t>Jardinería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rolle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544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B4A2"/>
                </a:solidFill>
              </a:rPr>
              <a:t>CATEGORÍA ESTRELLA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132588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Clases de patinaje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y rollers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329184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Para niños y adultos, desde cero.</a:t>
            </a:r>
            <a:endParaRPr lang="en-US" sz="19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A domicilio o en tu parque favorito de CDMX.</a:t>
            </a:r>
            <a:endParaRPr lang="en-US" sz="19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Instructores verificados, con reseñas reales.</a:t>
            </a:r>
            <a:endParaRPr lang="en-US" sz="1900" dirty="0"/>
          </a:p>
        </p:txBody>
      </p:sp>
      <p:pic>
        <p:nvPicPr>
          <p:cNvPr id="7" name="Image 1" descr="C:\Users\rpinedar\kiro chats\desktop-organizer\manita\tests\capturas\fotos\rollers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1463040"/>
            <a:ext cx="3566160" cy="3840480"/>
          </a:xfrm>
          <a:prstGeom prst="ellipse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3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4A2"/>
                </a:solidFill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Hoy contratar en casa es una apuesta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47472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6060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🤷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Sin confianza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Recomendaciones sueltas, sin garantía.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47472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26060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💸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Precio incierto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41148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No sabes si te cobran justo.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47472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0" y="26060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⚠️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Sin respaldo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41148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Si algo sale mal, no hay a quién acudir.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3D26"/>
                </a:solidFill>
              </a:rPr>
              <a:t>LA SOLUCIÓN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D3E75"/>
                </a:solidFill>
              </a:rPr>
              <a:t>Encuentra, reserva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D3E75"/>
                </a:solidFill>
              </a:rPr>
              <a:t>y relájate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700" dirty="0">
                <a:solidFill>
                  <a:srgbClr val="22232B"/>
                </a:solidFill>
              </a:rPr>
              <a:t>Profesionales verificados por categoría, zona y precio.</a:t>
            </a:r>
            <a:endParaRPr lang="en-US" sz="17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700" dirty="0">
                <a:solidFill>
                  <a:srgbClr val="22232B"/>
                </a:solidFill>
              </a:rPr>
              <a:t>Reserva en segundos, con precio claro.</a:t>
            </a:r>
            <a:endParaRPr lang="en-US" sz="17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700" dirty="0">
                <a:solidFill>
                  <a:srgbClr val="22232B"/>
                </a:solidFill>
              </a:rPr>
              <a:t>Reseñas reales y respaldo de principio a fin.</a:t>
            </a:r>
            <a:endParaRPr lang="en-US" sz="17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700" dirty="0">
                <a:solidFill>
                  <a:srgbClr val="22232B"/>
                </a:solidFill>
              </a:rPr>
              <a:t>Web y app instalable, sin tiendas de por medio.</a:t>
            </a:r>
            <a:endParaRPr lang="en-US" sz="1700" dirty="0"/>
          </a:p>
        </p:txBody>
      </p:sp>
      <p:pic>
        <p:nvPicPr>
          <p:cNvPr id="6" name="Image 0" descr="C:\Users\rpinedar\kiro chats\desktop-organizer\manita\tests\capturas\02-inicio-app-ipho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731520"/>
            <a:ext cx="329184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3D26"/>
                </a:solidFill>
              </a:rPr>
              <a:t>CÓMO FUNCIONA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E75"/>
                </a:solidFill>
              </a:rPr>
              <a:t>Tan fácil como pedir comida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BF7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5176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1. Busca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42062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Elige y compara.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3774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0EC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265176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📅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66160" y="37033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2. Reserva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42062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Fecha, hora y lugar.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3774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BF7F4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265176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🧑‍🔧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355080" y="37033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3. Recibe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42062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Llega y trabaja.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0EC"/>
          </a:solidFill>
          <a:ln/>
        </p:spPr>
      </p:sp>
      <p:sp>
        <p:nvSpPr>
          <p:cNvPr id="18" name="Text 16"/>
          <p:cNvSpPr/>
          <p:nvPr/>
        </p:nvSpPr>
        <p:spPr>
          <a:xfrm>
            <a:off x="9006840" y="265176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⭐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44000" y="37033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E75"/>
                </a:solidFill>
              </a:rPr>
              <a:t>4. Reseña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0" y="42062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Confirmas y calificas.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cliente-feli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544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B4A2"/>
                </a:solidFill>
              </a:rPr>
              <a:t>GARANTÍA MANITA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Tu tranquilidad, primero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265176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🛡️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737360" y="26517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Pago protegido — El pro cobra cuando confirmas que todo salió bien.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7490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✔️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737360" y="37490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Verificados — Identidad revisada por Manita.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484632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⭐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1737360" y="48463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Reseñas reales — Solo quien contrató puede calificar.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3D26"/>
                </a:solidFill>
              </a:rPr>
              <a:t>PARA QUIEN OFRECE SERVICIOS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E75"/>
                </a:solidFill>
              </a:rPr>
              <a:t>Convierte tu talento en ingresos</a:t>
            </a:r>
            <a:endParaRPr lang="en-US" sz="3000" dirty="0"/>
          </a:p>
        </p:txBody>
      </p:sp>
      <p:pic>
        <p:nvPicPr>
          <p:cNvPr id="5" name="Image 0" descr="C:\Users\rpinedar\kiro chats\desktop-organizer\manita\tests\capturas\fotos\pi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20240"/>
            <a:ext cx="3566160" cy="210312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114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Da clases de piano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Comparte tu música y llena tu agenda.</a:t>
            </a:r>
            <a:endParaRPr lang="en-US" sz="1300" dirty="0"/>
          </a:p>
        </p:txBody>
      </p:sp>
      <p:pic>
        <p:nvPicPr>
          <p:cNvPr id="8" name="Image 1" descr="C:\Users\rpinedar\kiro chats\desktop-organizer\manita\tests\capturas\fotos\patinaj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920240"/>
            <a:ext cx="3566160" cy="2103120"/>
          </a:xfrm>
          <a:prstGeom prst="ellipse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97680" y="4114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Enseña patinaje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29768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Convierte tu pasión en tu trabajo.</a:t>
            </a:r>
            <a:endParaRPr lang="en-US" sz="1300" dirty="0"/>
          </a:p>
        </p:txBody>
      </p:sp>
      <p:pic>
        <p:nvPicPr>
          <p:cNvPr id="11" name="Image 2" descr="C:\Users\rpinedar\kiro chats\desktop-organizer\manita\tests\capturas\fotos\bellez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920240"/>
            <a:ext cx="3566160" cy="2103120"/>
          </a:xfrm>
          <a:prstGeom prst="ellipse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46720" y="4114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Servicios de belleza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04672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Lleva tu estudio a domicilio.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3D26"/>
                </a:solidFill>
              </a:rPr>
              <a:t>Publicar es gratis. Manita solo cobra una comisión cuando tú ganas.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4A2"/>
                </a:solidFill>
              </a:rPr>
              <a:t>EL PRODUCTO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 ve y se siente como una app real</a:t>
            </a:r>
            <a:endParaRPr lang="en-US" sz="3000" dirty="0"/>
          </a:p>
        </p:txBody>
      </p:sp>
      <p:pic>
        <p:nvPicPr>
          <p:cNvPr id="4" name="Image 0" descr="C:\Users\rpinedar\kiro chats\desktop-organizer\manita\tests\capturas\02-inicio-app-ipho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2011680"/>
            <a:ext cx="2194560" cy="4297680"/>
          </a:xfrm>
          <a:prstGeom prst="rect">
            <a:avLst/>
          </a:prstGeom>
        </p:spPr>
      </p:pic>
      <p:pic>
        <p:nvPicPr>
          <p:cNvPr id="5" name="Image 1" descr="C:\Users\rpinedar\kiro chats\desktop-organizer\manita\tests\capturas\03-categorias-ipho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94760" y="2011680"/>
            <a:ext cx="2194560" cy="4297680"/>
          </a:xfrm>
          <a:prstGeom prst="rect">
            <a:avLst/>
          </a:prstGeom>
        </p:spPr>
      </p:pic>
      <p:pic>
        <p:nvPicPr>
          <p:cNvPr id="6" name="Image 2" descr="C:\Users\rpinedar\kiro chats\desktop-organizer\manita\tests\capturas\04-servicios-iphon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29400" y="2011680"/>
            <a:ext cx="2194560" cy="4297680"/>
          </a:xfrm>
          <a:prstGeom prst="rect">
            <a:avLst/>
          </a:prstGeom>
        </p:spPr>
      </p:pic>
      <p:pic>
        <p:nvPicPr>
          <p:cNvPr id="7" name="Image 3" descr="C:\Users\rpinedar\kiro chats\desktop-organizer\manita\tests\capturas\11-onboarding-iphon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464040" y="2011680"/>
            <a:ext cx="219456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3D26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E75"/>
                </a:solidFill>
              </a:rPr>
              <a:t>Mercado grande, sin líder local claro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377440"/>
          </a:xfrm>
          <a:prstGeom prst="roundRect">
            <a:avLst>
              <a:gd name="adj" fmla="val 5769"/>
            </a:avLst>
          </a:prstGeom>
          <a:solidFill>
            <a:srgbClr val="FBF7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231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🏙️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Local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Nacido en CDMX, en español mexicano.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194560"/>
            <a:ext cx="3474720" cy="2377440"/>
          </a:xfrm>
          <a:prstGeom prst="roundRect">
            <a:avLst>
              <a:gd name="adj" fmla="val 5769"/>
            </a:avLst>
          </a:prstGeom>
          <a:solidFill>
            <a:srgbClr val="FBF7F4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24231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🌎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26280" y="32918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Modelo probado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379476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Webel y TaskRabbit validan la idea.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194560"/>
            <a:ext cx="3474720" cy="2377440"/>
          </a:xfrm>
          <a:prstGeom prst="roundRect">
            <a:avLst>
              <a:gd name="adj" fmla="val 5769"/>
            </a:avLst>
          </a:prstGeom>
          <a:solidFill>
            <a:srgbClr val="FBF7F4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24231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💳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29600" y="32918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Ingreso claro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0" y="379476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5D6B"/>
                </a:solidFill>
              </a:rPr>
              <a:t>Comisión por servicio completado (split de pago).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D6B"/>
                </a:solidFill>
              </a:rPr>
              <a:t>📌 Cifras de mercado y % de comisión: por validar/definir.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A97F"/>
                </a:solidFill>
              </a:rPr>
              <a:t>DÓNDE ESTAMOS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E75"/>
                </a:solidFill>
              </a:rPr>
              <a:t>Producto listo para probarse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0E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146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3D26"/>
                </a:solidFill>
              </a:rPr>
              <a:t>MVP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32B"/>
                </a:solidFill>
              </a:rPr>
              <a:t>funcional de punta a punta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9456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0EC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25146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3D26"/>
                </a:solidFill>
              </a:rPr>
              <a:t>Web + App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566160" y="3566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32B"/>
                </a:solidFill>
              </a:rPr>
              <a:t>instalable Android/iPhone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9456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0E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5146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3D26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355080" y="3566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32B"/>
                </a:solidFill>
              </a:rPr>
              <a:t>fallos en pruebas de 20 usuarios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06840" y="219456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0EC"/>
          </a:solidFill>
          <a:ln/>
        </p:spPr>
      </p:sp>
      <p:sp>
        <p:nvSpPr>
          <p:cNvPr id="15" name="Text 13"/>
          <p:cNvSpPr/>
          <p:nvPr/>
        </p:nvSpPr>
        <p:spPr>
          <a:xfrm>
            <a:off x="9006840" y="25146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3D26"/>
                </a:solidFill>
              </a:rPr>
              <a:t>✔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144000" y="3566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32B"/>
                </a:solidFill>
              </a:rPr>
              <a:t>base legal preparada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97F"/>
                </a:solidFill>
              </a:rPr>
              <a:t>Todo funcionando y verificado: registro, búsqueda, reserva, gestión y reseñas.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app-m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544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B4A2"/>
                </a:solidFill>
              </a:rPr>
              <a:t>SIN TIENDAS, SIN ESPERA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Instálala en 30 segundos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640080" y="283464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0632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📲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77240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Abre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44348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D6B"/>
                </a:solidFill>
              </a:rPr>
              <a:t>manita-cdmx.netlify.app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29000" y="283464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3429000" y="30632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⬆️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566160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Comparte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566160" y="44348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D6B"/>
                </a:solidFill>
              </a:rPr>
              <a:t>Toca el botón compartir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283464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30632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🏠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355080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Agrega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355080" y="44348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D6B"/>
                </a:solidFill>
              </a:rPr>
              <a:t>"A pantalla de inicio"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06840" y="2834640"/>
            <a:ext cx="2606040" cy="2194560"/>
          </a:xfrm>
          <a:prstGeom prst="roundRect">
            <a:avLst>
              <a:gd name="adj" fmla="val 6250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9006840" y="30632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🎉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144000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E75"/>
                </a:solidFill>
              </a:rPr>
              <a:t>Listo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144000" y="44348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D6B"/>
                </a:solidFill>
              </a:rPr>
              <a:t>Ya tienes la app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Funciona en Android y iPhone, gratis y sin App Store.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6B4A"/>
                </a:solidFill>
              </a:rPr>
              <a:t>“</a:t>
            </a:r>
            <a:endParaRPr lang="en-US" sz="10000" dirty="0"/>
          </a:p>
        </p:txBody>
      </p:sp>
      <p:sp>
        <p:nvSpPr>
          <p:cNvPr id="3" name="Text 1"/>
          <p:cNvSpPr/>
          <p:nvPr/>
        </p:nvSpPr>
        <p:spPr>
          <a:xfrm>
            <a:off x="1371600" y="237744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</a:rPr>
              <a:t>Que en CDMX contratar ayuda de confianza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</a:rPr>
              <a:t>sea tan simple como pedir un taxi.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4A2"/>
                </a:solidFill>
              </a:rPr>
              <a:t>— La visión de Manita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pinedar\kiro chats\desktop-organizer\manita\tests\capturas\fotos\hero-famil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563A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1188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</a:rPr>
              <a:t>🤝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Sumemos manos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1371600" y="347472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Buscamos profesionales para arrancar y aliados que crean en el proyecto.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809848" y="4480560"/>
            <a:ext cx="457200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3809848" y="448056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3D26"/>
                </a:solidFill>
              </a:rPr>
              <a:t>manita-cdmx.netlify.app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Manita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Manita — Lanzamiento</dc:title>
  <dc:subject>PptxGenJS Presentation</dc:subject>
  <dc:creator>Manita</dc:creator>
  <cp:lastModifiedBy>Manita</cp:lastModifiedBy>
  <cp:revision>1</cp:revision>
  <dcterms:created xsi:type="dcterms:W3CDTF">2026-08-21T04:04:10Z</dcterms:created>
  <dcterms:modified xsi:type="dcterms:W3CDTF">2026-08-21T04:04:10Z</dcterms:modified>
</cp:coreProperties>
</file>