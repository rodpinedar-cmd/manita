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image" Target="../media/image-3-7.jpg"/><Relationship Id="rId8" Type="http://schemas.openxmlformats.org/officeDocument/2006/relationships/image" Target="../media/image-3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pinedar\kiro chats\desktop-organizer\manita\tests\capturas\fotos\hero-famil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544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118872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FFFFFF"/>
                </a:solidFill>
              </a:rPr>
              <a:t>🤝</a:t>
            </a:r>
            <a:endParaRPr lang="en-US" sz="7000" dirty="0"/>
          </a:p>
        </p:txBody>
      </p:sp>
      <p:sp>
        <p:nvSpPr>
          <p:cNvPr id="5" name="Text 2"/>
          <p:cNvSpPr/>
          <p:nvPr/>
        </p:nvSpPr>
        <p:spPr>
          <a:xfrm>
            <a:off x="0" y="237744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Manita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914400" y="37490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Cualquier servicio para tu hogar, en manos de confianza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449928" y="4754880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8" name="Text 5"/>
          <p:cNvSpPr/>
          <p:nvPr/>
        </p:nvSpPr>
        <p:spPr>
          <a:xfrm>
            <a:off x="4449928" y="47548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LANZAMIENTO · CDMX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pinedar\kiro chats\desktop-organizer\manita\tests\capturas\fotos\ciudad-cdmx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544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2103120"/>
            <a:ext cx="1036289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En una ciudad de millones,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encontrar ayuda de confianza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no debería ser tan difícil.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371600" y="4754880"/>
            <a:ext cx="94484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E4DC"/>
                </a:solidFill>
              </a:rPr>
              <a:t>Manita conecta a los vecinos de CDMX con profesionales verificados.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3D26"/>
                </a:solidFill>
              </a:rPr>
              <a:t>TODO EN UN SOLO LUGAR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Casi cualquier servicio, a domicilio</a:t>
            </a:r>
            <a:endParaRPr lang="en-US" sz="3000" dirty="0"/>
          </a:p>
        </p:txBody>
      </p:sp>
      <p:pic>
        <p:nvPicPr>
          <p:cNvPr id="5" name="Image 0" descr="C:\Users\rpinedar\kiro chats\desktop-organizer\manita\tests\capturas\fotos\limpiez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20240"/>
            <a:ext cx="2651760" cy="155448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493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E75"/>
                </a:solidFill>
              </a:rPr>
              <a:t>Limpieza</a:t>
            </a:r>
            <a:endParaRPr lang="en-US" sz="1300" dirty="0"/>
          </a:p>
        </p:txBody>
      </p:sp>
      <p:pic>
        <p:nvPicPr>
          <p:cNvPr id="7" name="Image 1" descr="C:\Users\rpinedar\kiro chats\desktop-organizer\manita\tests\capturas\fotos\plomeri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64992" y="1920240"/>
            <a:ext cx="2651760" cy="1554480"/>
          </a:xfrm>
          <a:prstGeom prst="ellipse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64992" y="3493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E75"/>
                </a:solidFill>
              </a:rPr>
              <a:t>Plomería</a:t>
            </a:r>
            <a:endParaRPr lang="en-US" sz="1300" dirty="0"/>
          </a:p>
        </p:txBody>
      </p:sp>
      <p:pic>
        <p:nvPicPr>
          <p:cNvPr id="9" name="Image 2" descr="C:\Users\rpinedar\kiro chats\desktop-organizer\manita\tests\capturas\fotos\electricist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81344" y="1920240"/>
            <a:ext cx="2651760" cy="1554480"/>
          </a:xfrm>
          <a:prstGeom prst="ellipse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81344" y="3493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E75"/>
                </a:solidFill>
              </a:rPr>
              <a:t>Electricidad</a:t>
            </a:r>
            <a:endParaRPr lang="en-US" sz="1300" dirty="0"/>
          </a:p>
        </p:txBody>
      </p:sp>
      <p:pic>
        <p:nvPicPr>
          <p:cNvPr id="11" name="Image 3" descr="C:\Users\rpinedar\kiro chats\desktop-organizer\manita\tests\capturas\fotos\handyman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97696" y="1920240"/>
            <a:ext cx="2651760" cy="1554480"/>
          </a:xfrm>
          <a:prstGeom prst="ellipse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97696" y="3493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E75"/>
                </a:solidFill>
              </a:rPr>
              <a:t>Manitas / Hogar</a:t>
            </a:r>
            <a:endParaRPr lang="en-US" sz="1300" dirty="0"/>
          </a:p>
        </p:txBody>
      </p:sp>
      <p:pic>
        <p:nvPicPr>
          <p:cNvPr id="13" name="Image 4" descr="C:\Users\rpinedar\kiro chats\desktop-organizer\manita\tests\capturas\fotos\piano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8640" y="4069080"/>
            <a:ext cx="2651760" cy="1554480"/>
          </a:xfrm>
          <a:prstGeom prst="ellipse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48640" y="5641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E75"/>
                </a:solidFill>
              </a:rPr>
              <a:t>Clases de piano</a:t>
            </a:r>
            <a:endParaRPr lang="en-US" sz="1300" dirty="0"/>
          </a:p>
        </p:txBody>
      </p:sp>
      <p:pic>
        <p:nvPicPr>
          <p:cNvPr id="15" name="Image 5" descr="C:\Users\rpinedar\kiro chats\desktop-organizer\manita\tests\capturas\fotos\patinaje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364992" y="4069080"/>
            <a:ext cx="2651760" cy="1554480"/>
          </a:xfrm>
          <a:prstGeom prst="ellipse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364992" y="5641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E75"/>
                </a:solidFill>
              </a:rPr>
              <a:t>Clases de patinaje</a:t>
            </a:r>
            <a:endParaRPr lang="en-US" sz="1300" dirty="0"/>
          </a:p>
        </p:txBody>
      </p:sp>
      <p:pic>
        <p:nvPicPr>
          <p:cNvPr id="17" name="Image 6" descr="C:\Users\rpinedar\kiro chats\desktop-organizer\manita\tests\capturas\fotos\belleza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181344" y="4069080"/>
            <a:ext cx="2651760" cy="1554480"/>
          </a:xfrm>
          <a:prstGeom prst="ellipse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181344" y="5641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E75"/>
                </a:solidFill>
              </a:rPr>
              <a:t>Belleza y estética</a:t>
            </a:r>
            <a:endParaRPr lang="en-US" sz="1300" dirty="0"/>
          </a:p>
        </p:txBody>
      </p:sp>
      <p:pic>
        <p:nvPicPr>
          <p:cNvPr id="19" name="Image 7" descr="C:\Users\rpinedar\kiro chats\desktop-organizer\manita\tests\capturas\fotos\mascotas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997696" y="4069080"/>
            <a:ext cx="2651760" cy="1554480"/>
          </a:xfrm>
          <a:prstGeom prst="ellipse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8997696" y="5641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E75"/>
                </a:solidFill>
              </a:rPr>
              <a:t>Paseo de mascotas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E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4A2"/>
                </a:solidFill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Hoy contratar en casa es una apuesta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47472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060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🤷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E75"/>
                </a:solidFill>
              </a:rPr>
              <a:t>Sin confianza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Recomendaciones sueltas, sin garantía.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377440"/>
            <a:ext cx="347472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26060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💸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26280" y="3611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E75"/>
                </a:solidFill>
              </a:rPr>
              <a:t>Precio incierto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4114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No sabes si te cobran justo.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377440"/>
            <a:ext cx="347472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26060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⚠️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0" y="3611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E75"/>
                </a:solidFill>
              </a:rPr>
              <a:t>Sin respaldo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4114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Si algo sale mal, no hay a quién acudir.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FBF7F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3D26"/>
                </a:solidFill>
              </a:rPr>
              <a:t>LA SOLUCIÓN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2D3E75"/>
                </a:solidFill>
              </a:rPr>
              <a:t>Encuentra, reserva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2D3E75"/>
                </a:solidFill>
              </a:rPr>
              <a:t>y relájate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Profesionales verificados por categoría, zona y precio.</a:t>
            </a:r>
            <a:endParaRPr lang="en-US" sz="17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Reserva en segundos, con precio claro.</a:t>
            </a:r>
            <a:endParaRPr lang="en-US" sz="17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Reseñas reales y respaldo de principio a fin.</a:t>
            </a:r>
            <a:endParaRPr lang="en-US" sz="17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700" dirty="0">
                <a:solidFill>
                  <a:srgbClr val="22232B"/>
                </a:solidFill>
              </a:rPr>
              <a:t>Web y app instalable, sin tiendas de por medio.</a:t>
            </a:r>
            <a:endParaRPr lang="en-US" sz="1700" dirty="0"/>
          </a:p>
        </p:txBody>
      </p:sp>
      <p:pic>
        <p:nvPicPr>
          <p:cNvPr id="6" name="Image 0" descr="C:\Users\rpinedar\kiro chats\desktop-organizer\manita\tests\capturas\02-inicio-app-ipho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06640" y="731520"/>
            <a:ext cx="329184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3D26"/>
                </a:solidFill>
              </a:rPr>
              <a:t>CÓMO FUNCIONA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Tan fácil como pedir comida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FBF7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517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🔍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E75"/>
                </a:solidFill>
              </a:rPr>
              <a:t>1. Busca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2062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Elige y compara.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237744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FFF0EC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26517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📅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66160" y="3703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E75"/>
                </a:solidFill>
              </a:rPr>
              <a:t>2. Reserva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42062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Fecha, hora y lugar.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FBF7F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6517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🧑‍🔧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355080" y="3703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E75"/>
                </a:solidFill>
              </a:rPr>
              <a:t>3. Recibe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42062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Llega y trabaja.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06840" y="237744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FFF0EC"/>
          </a:solidFill>
          <a:ln/>
        </p:spPr>
      </p:sp>
      <p:sp>
        <p:nvSpPr>
          <p:cNvPr id="18" name="Text 16"/>
          <p:cNvSpPr/>
          <p:nvPr/>
        </p:nvSpPr>
        <p:spPr>
          <a:xfrm>
            <a:off x="9006840" y="26517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⭐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144000" y="3703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E75"/>
                </a:solidFill>
              </a:rPr>
              <a:t>4. Reseña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0" y="42062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Confirmas y calificas.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pinedar\kiro chats\desktop-organizer\manita\tests\capturas\fotos\cliente-feliz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544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4A2"/>
                </a:solidFill>
              </a:rPr>
              <a:t>GARANTÍA MANITA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Tu tranquilidad, primero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26517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737360" y="26517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Pago protegido — El pro cobra cuando confirmas que todo salió bien.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7490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✔️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737360" y="37490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Verificados — Identidad revisada por Manita.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48463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737360" y="48463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Reseñas reales — Solo quien contrató puede calificar.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3D26"/>
                </a:solidFill>
              </a:rPr>
              <a:t>PARA QUIEN OFRECE SERVICIOS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Convierte tu talento en ingresos</a:t>
            </a:r>
            <a:endParaRPr lang="en-US" sz="3000" dirty="0"/>
          </a:p>
        </p:txBody>
      </p:sp>
      <p:pic>
        <p:nvPicPr>
          <p:cNvPr id="5" name="Image 0" descr="C:\Users\rpinedar\kiro chats\desktop-organizer\manita\tests\capturas\fotos\pian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20240"/>
            <a:ext cx="3566160" cy="210312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114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E75"/>
                </a:solidFill>
              </a:rPr>
              <a:t>Da clases de piano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45720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Comparte tu música y llena tu agenda.</a:t>
            </a:r>
            <a:endParaRPr lang="en-US" sz="1300" dirty="0"/>
          </a:p>
        </p:txBody>
      </p:sp>
      <p:pic>
        <p:nvPicPr>
          <p:cNvPr id="8" name="Image 1" descr="C:\Users\rpinedar\kiro chats\desktop-organizer\manita\tests\capturas\fotos\patinaj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7680" y="1920240"/>
            <a:ext cx="3566160" cy="2103120"/>
          </a:xfrm>
          <a:prstGeom prst="ellipse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7680" y="4114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E75"/>
                </a:solidFill>
              </a:rPr>
              <a:t>Enseña patinaje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297680" y="45720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Convierte tu pasión en tu trabajo.</a:t>
            </a:r>
            <a:endParaRPr lang="en-US" sz="1300" dirty="0"/>
          </a:p>
        </p:txBody>
      </p:sp>
      <p:pic>
        <p:nvPicPr>
          <p:cNvPr id="11" name="Image 2" descr="C:\Users\rpinedar\kiro chats\desktop-organizer\manita\tests\capturas\fotos\bellez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1920240"/>
            <a:ext cx="3566160" cy="2103120"/>
          </a:xfrm>
          <a:prstGeom prst="ellipse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0" y="4114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E75"/>
                </a:solidFill>
              </a:rPr>
              <a:t>Servicios de belleza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046720" y="45720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Lleva tu estudio a domicilio.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D26"/>
                </a:solidFill>
              </a:rPr>
              <a:t>Publicar es gratis. Manita solo cobra una comisión cuando tú ganas.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E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4A2"/>
                </a:solidFill>
              </a:rPr>
              <a:t>EL PRODUCTO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Se ve y se siente como una app real</a:t>
            </a:r>
            <a:endParaRPr lang="en-US" sz="3000" dirty="0"/>
          </a:p>
        </p:txBody>
      </p:sp>
      <p:pic>
        <p:nvPicPr>
          <p:cNvPr id="4" name="Image 0" descr="C:\Users\rpinedar\kiro chats\desktop-organizer\manita\tests\capturas\02-inicio-app-ipho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2011680"/>
            <a:ext cx="2194560" cy="4297680"/>
          </a:xfrm>
          <a:prstGeom prst="rect">
            <a:avLst/>
          </a:prstGeom>
        </p:spPr>
      </p:pic>
      <p:pic>
        <p:nvPicPr>
          <p:cNvPr id="5" name="Image 1" descr="C:\Users\rpinedar\kiro chats\desktop-organizer\manita\tests\capturas\04-servicios-ipho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94760" y="2011680"/>
            <a:ext cx="2194560" cy="4297680"/>
          </a:xfrm>
          <a:prstGeom prst="rect">
            <a:avLst/>
          </a:prstGeom>
        </p:spPr>
      </p:pic>
      <p:pic>
        <p:nvPicPr>
          <p:cNvPr id="6" name="Image 2" descr="C:\Users\rpinedar\kiro chats\desktop-organizer\manita\tests\capturas\06-perfil-pro-iphon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29400" y="2011680"/>
            <a:ext cx="2194560" cy="4297680"/>
          </a:xfrm>
          <a:prstGeom prst="rect">
            <a:avLst/>
          </a:prstGeom>
        </p:spPr>
      </p:pic>
      <p:pic>
        <p:nvPicPr>
          <p:cNvPr id="7" name="Image 3" descr="C:\Users\rpinedar\kiro chats\desktop-organizer\manita\tests\capturas\11-onboarding-iphon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64040" y="2011680"/>
            <a:ext cx="21945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3D26"/>
                </a:solidFill>
              </a:rPr>
              <a:t>OPORTUNIDAD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E75"/>
                </a:solidFill>
              </a:rPr>
              <a:t>Mercado grande, sin líder local claro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BF7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231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🏙️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E75"/>
                </a:solidFill>
              </a:rPr>
              <a:t>Local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Nacido en CDMX, en español mexicano.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19456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BF7F4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24231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🌎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2628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E75"/>
                </a:solidFill>
              </a:rPr>
              <a:t>Modelo probado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26280" y="37947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Webel y TaskRabbit validan la idea.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219456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BF7F4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24231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💳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2960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E75"/>
                </a:solidFill>
              </a:rPr>
              <a:t>Ingreso claro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0" y="37947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D6B"/>
                </a:solidFill>
              </a:rPr>
              <a:t>Comisión por servicio completado (split de pago).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5D6B"/>
                </a:solidFill>
              </a:rPr>
              <a:t>📌 Cifras de mercado y % de comisión: por validar/definir.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A97F"/>
                </a:solidFill>
              </a:rPr>
              <a:t>DÓNDE ESTAMOS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E75"/>
                </a:solidFill>
              </a:rPr>
              <a:t>Producto listo para probarse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606040" cy="2194560"/>
          </a:xfrm>
          <a:prstGeom prst="roundRect">
            <a:avLst>
              <a:gd name="adj" fmla="val 6250"/>
            </a:avLst>
          </a:prstGeom>
          <a:solidFill>
            <a:srgbClr val="FFF0E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146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3D26"/>
                </a:solidFill>
              </a:rPr>
              <a:t>MVP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funcional de punta a punta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2606040" cy="2194560"/>
          </a:xfrm>
          <a:prstGeom prst="roundRect">
            <a:avLst>
              <a:gd name="adj" fmla="val 6250"/>
            </a:avLst>
          </a:prstGeom>
          <a:solidFill>
            <a:srgbClr val="FFF0EC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25146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3D26"/>
                </a:solidFill>
              </a:rPr>
              <a:t>Web + App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66160" y="3566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instalable Android/iPhone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194560"/>
            <a:ext cx="2606040" cy="2194560"/>
          </a:xfrm>
          <a:prstGeom prst="roundRect">
            <a:avLst>
              <a:gd name="adj" fmla="val 6250"/>
            </a:avLst>
          </a:prstGeom>
          <a:solidFill>
            <a:srgbClr val="FFF0E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5146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3D26"/>
                </a:solidFill>
              </a:rPr>
              <a:t>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55080" y="3566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fallos en pruebas de 20 usuarios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06840" y="2194560"/>
            <a:ext cx="2606040" cy="2194560"/>
          </a:xfrm>
          <a:prstGeom prst="roundRect">
            <a:avLst>
              <a:gd name="adj" fmla="val 6250"/>
            </a:avLst>
          </a:prstGeom>
          <a:solidFill>
            <a:srgbClr val="FFF0EC"/>
          </a:solidFill>
          <a:ln/>
        </p:spPr>
      </p:sp>
      <p:sp>
        <p:nvSpPr>
          <p:cNvPr id="15" name="Text 13"/>
          <p:cNvSpPr/>
          <p:nvPr/>
        </p:nvSpPr>
        <p:spPr>
          <a:xfrm>
            <a:off x="9006840" y="25146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3D26"/>
                </a:solidFill>
              </a:rPr>
              <a:t>✔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144000" y="3566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32B"/>
                </a:solidFill>
              </a:rPr>
              <a:t>base legal preparada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97F"/>
                </a:solidFill>
              </a:rPr>
              <a:t>Todo funcionando y verificado: registro, búsqueda, reserva, gestión y reseñas.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pinedar\kiro chats\desktop-organizer\manita\tests\capturas\fotos\hero-famil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563A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11887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</a:rPr>
              <a:t>🤝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Sumemos manos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371600" y="3474720"/>
            <a:ext cx="94484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Buscamos profesionales para arrancar y aliados que crean en el proyecto.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809848" y="4480560"/>
            <a:ext cx="457200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3809848" y="44805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3D26"/>
                </a:solidFill>
              </a:rPr>
              <a:t>manita-cdmx.netlify.app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Manita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Manita — Lanzamiento</dc:title>
  <dc:subject>PptxGenJS Presentation</dc:subject>
  <dc:creator>Manita</dc:creator>
  <cp:lastModifiedBy>Manita</cp:lastModifiedBy>
  <cp:revision>1</cp:revision>
  <dcterms:created xsi:type="dcterms:W3CDTF">2026-08-21T03:58:51Z</dcterms:created>
  <dcterms:modified xsi:type="dcterms:W3CDTF">2026-08-21T03:58:51Z</dcterms:modified>
</cp:coreProperties>
</file>