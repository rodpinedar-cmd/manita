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FFFFFF"/>
                </a:solidFill>
              </a:rPr>
              <a:t>🤝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</a:rPr>
              <a:t>Manita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Servicios a domicilio de confianza, en tu ciudad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E4DC"/>
                </a:solidFill>
              </a:rPr>
              <a:t>CIUDAD DE MÉXICO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"¿Alguien me recomienda una persona de confianza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para limpiar / arreglar / cuidar en casa?"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F0"/>
                </a:solidFill>
              </a:rPr>
              <a:t>Esta pregunta se repite miles de veces al día en CDMX.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8DEF0"/>
                </a:solidFill>
              </a:rPr>
              <a:t>Manita la convierte en una reserva segura.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Hoy, contratar en casa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es una apuesta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BF7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337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🤷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Sin confianza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Recomendaciones sueltas por WhatsApp, sin garantía.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1089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3337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💸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Precio incierto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No sabes si lo que te cobran es justo.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31089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B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3337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Sin respaldo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Si algo sale mal, no hay a quién acudir.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Encuentra, reserva y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relájate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Profesionales verificados por categoría, zona y precio.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Reserva en segundos, con precio claro desde el inicio.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Reseñas reales y respaldo de principio a fin.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Web y app instalable — sin descargar de tiendas.</a:t>
            </a:r>
            <a:endParaRPr lang="en-US" sz="1800" dirty="0"/>
          </a:p>
        </p:txBody>
      </p:sp>
      <p:pic>
        <p:nvPicPr>
          <p:cNvPr id="5" name="Image 0" descr="C:\Users\rpinedar\kiro chats\desktop-organizer\manita\tests\capturas\02-inicio-app-i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097280"/>
            <a:ext cx="29260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4A2"/>
                </a:solidFill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 ve y se siente como una app real</a:t>
            </a:r>
            <a:endParaRPr lang="en-US" sz="3400" dirty="0"/>
          </a:p>
        </p:txBody>
      </p:sp>
      <p:pic>
        <p:nvPicPr>
          <p:cNvPr id="4" name="Image 0" descr="C:\Users\rpinedar\kiro chats\desktop-organizer\manita\tests\capturas\02-inicio-app-i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2103120"/>
            <a:ext cx="2194560" cy="4206240"/>
          </a:xfrm>
          <a:prstGeom prst="rect">
            <a:avLst/>
          </a:prstGeom>
        </p:spPr>
      </p:pic>
      <p:pic>
        <p:nvPicPr>
          <p:cNvPr id="5" name="Image 1" descr="C:\Users\rpinedar\kiro chats\desktop-organizer\manita\tests\capturas\04-servicios-i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94760" y="2103120"/>
            <a:ext cx="2194560" cy="4206240"/>
          </a:xfrm>
          <a:prstGeom prst="rect">
            <a:avLst/>
          </a:prstGeom>
        </p:spPr>
      </p:pic>
      <p:pic>
        <p:nvPicPr>
          <p:cNvPr id="6" name="Image 2" descr="C:\Users\rpinedar\kiro chats\desktop-organizer\manita\tests\capturas\06-perfil-pro-ipho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29400" y="2103120"/>
            <a:ext cx="2194560" cy="4206240"/>
          </a:xfrm>
          <a:prstGeom prst="rect">
            <a:avLst/>
          </a:prstGeom>
        </p:spPr>
      </p:pic>
      <p:pic>
        <p:nvPicPr>
          <p:cNvPr id="7" name="Image 3" descr="C:\Users\rpinedar\kiro chats\desktop-organizer\manita\tests\capturas\11-onboarding-ipho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64040" y="2103120"/>
            <a:ext cx="21945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MULTIPLATAFORMA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También en la web</a:t>
            </a:r>
            <a:endParaRPr lang="en-US" sz="4000" dirty="0"/>
          </a:p>
        </p:txBody>
      </p:sp>
      <p:pic>
        <p:nvPicPr>
          <p:cNvPr id="4" name="Image 0" descr="C:\Users\rpinedar\kiro chats\desktop-organizer\manita\tests\capturas\18-inicio-web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743200"/>
            <a:ext cx="347472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74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Portada</a:t>
            </a:r>
            <a:endParaRPr lang="en-US" sz="1300" dirty="0"/>
          </a:p>
        </p:txBody>
      </p:sp>
      <p:pic>
        <p:nvPicPr>
          <p:cNvPr id="6" name="Image 1" descr="C:\Users\rpinedar\kiro chats\desktop-organizer\manita\tests\capturas\13-categorias-we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2743200"/>
            <a:ext cx="347472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5074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Categorías</a:t>
            </a:r>
            <a:endParaRPr lang="en-US" sz="1300" dirty="0"/>
          </a:p>
        </p:txBody>
      </p:sp>
      <p:pic>
        <p:nvPicPr>
          <p:cNvPr id="8" name="Image 2" descr="C:\Users\rpinedar\kiro chats\desktop-organizer\manita\tests\capturas\16-perfil-we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2743200"/>
            <a:ext cx="347472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6720" y="5074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Perfil del profesional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La misma experiencia, en el navegador o instalada como app.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CÓMO FUNCIONA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Cuatro pasos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FBF7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108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🔍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1. Busca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Elige categoría y compara.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92608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FFF0E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3108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📅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2. Reserva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4526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Fecha, hora y dirección.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FB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108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🧑‍🔧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5508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3. Recibe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4526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El profesional llega y trabaja.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2926080"/>
            <a:ext cx="2606040" cy="2560320"/>
          </a:xfrm>
          <a:prstGeom prst="roundRect">
            <a:avLst>
              <a:gd name="adj" fmla="val 5357"/>
            </a:avLst>
          </a:prstGeom>
          <a:solidFill>
            <a:srgbClr val="FF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3108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⭐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14400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4. Reseña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4526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Confirmas y calificas.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CONFIANZA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Por qué Manita es diferente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8803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🛡️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2926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Pago protegido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3383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El profesional cobra cuando confirmas que todo salió bien.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7432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8803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✔️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269480" y="2926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Verificados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69480" y="3383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Identidad revisada por Manita, no auto-asignada.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37360" y="4480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Reseñas reales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4937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Solo quien contrató puede calificar.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29768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BF7F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44348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⚖️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69480" y="4480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Legal y claro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69480" y="4937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Términos, privacidad (ARCO) y reembolsos transparentes.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4A2"/>
                </a:solidFill>
              </a:rPr>
              <a:t>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 mercado enorme y sin líder claro en CDMX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Millones de hogares en CDMX contratan servicios cada año.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La mayoría se resuelve por recomendación informal, sin plataforma.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Referentes internacionales (Webel, TaskRabbit) validan el modelo.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Manita nace local, en español mexicano y con identidad propia.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DEF0"/>
                </a:solidFill>
              </a:rPr>
              <a:t>📌 Cifras exactas de mercado y demanda: en proceso de validación con investigación de campo.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MODELO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Comisión por servicio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completado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Manita cobra una comisión sobre cada servicio que se concreta.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El profesional recibe su pago; Manita se queda su parte automáticamente (split).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Publicar y usar la app es gratis: solo se cobra cuando hay negocio.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22232B"/>
                </a:solidFill>
              </a:rPr>
              <a:t>A futuro: destacados, verificación premium y planes para profesionales.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D6B"/>
                </a:solidFill>
              </a:rPr>
              <a:t>El porcentaje exacto de comisión está por definir.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C6B4F"/>
                </a:solidFill>
              </a:rPr>
              <a:t>DÓNDE ESTAMOS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Producto listo para probarse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FFF0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D26"/>
                </a:solidFill>
              </a:rPr>
              <a:t>MVP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funcional de punta a punta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92608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FFF0EC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D26"/>
                </a:solidFill>
              </a:rPr>
              <a:t>Web + App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41148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instalable Android/iPhone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FFF0E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D26"/>
                </a:solidFill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41148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fallos en pruebas de 20 usuarios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92608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FF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32004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D26"/>
                </a:solidFill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41148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base legal preparada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6B4F"/>
                </a:solidFill>
              </a:rPr>
              <a:t>Registro, búsqueda, reserva, gestión y reseñas: todo funcionando y verificado.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D3E75"/>
                </a:solidFill>
              </a:rPr>
              <a:t>Próximos pasos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Ahora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2651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32B"/>
                </a:solidFill>
              </a:rPr>
              <a:t>Reclutar profesionales reales por colonia y primeras reservas.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1-3 meses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3566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32B"/>
                </a:solidFill>
              </a:rPr>
              <a:t>Activar pagos con split + revisión legal + verificación.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80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3-6 meses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4480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32B"/>
                </a:solidFill>
              </a:rPr>
              <a:t>Crecer en colonias, notificaciones, y medir retención.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3949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394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+6 meses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5394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32B"/>
                </a:solidFill>
              </a:rPr>
              <a:t>Evaluar tiendas de apps y nuevas categorías.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</a:rPr>
              <a:t>🤝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Sumemos manos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EF0"/>
                </a:solidFill>
              </a:rPr>
              <a:t>Buscamos profesionales para arrancar y aliados que crean en el proyecto.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D8DEF0"/>
                </a:solidFill>
              </a:rPr>
              <a:t>¿Te sumas?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4A"/>
                </a:solidFill>
              </a:rPr>
              <a:t>manita-cdmx.netlify.app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Manita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Manita — Pitch</dc:title>
  <dc:subject>PptxGenJS Presentation</dc:subject>
  <dc:creator>Manita</dc:creator>
  <cp:lastModifiedBy>Manita</cp:lastModifiedBy>
  <cp:revision>1</cp:revision>
  <dcterms:created xsi:type="dcterms:W3CDTF">2026-08-21T03:52:44Z</dcterms:created>
  <dcterms:modified xsi:type="dcterms:W3CDTF">2026-08-21T03:52:44Z</dcterms:modified>
</cp:coreProperties>
</file>